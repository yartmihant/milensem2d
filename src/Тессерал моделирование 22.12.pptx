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Sora Light" panose="020B0604020202020204" charset="0"/>
      <p:regular r:id="rId12"/>
    </p:embeddedFont>
    <p:embeddedFont>
      <p:font typeface="Sora Semi Bold" panose="020B0604020202020204" charset="0"/>
      <p:regular r:id="rId1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3296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Параметризация - ключевой этап в моделировании, определяющий точность и реалистичность результатов
В Tesserall модель строится с учетом различных физических свойств среды, позволяя воспроизводить сложные сейсмические явления
Изображения демонстрируют элементы модели и входные данные, использованные для настройки симуляции
Эти изображения помогают визуализировать процесс параметризации и его важность для получения качественных результатов моделирования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2709863"/>
            <a:ext cx="7627382" cy="21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Отчетность по моделированию в Tesserall 22.12.25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5172908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02309" y="2353508"/>
            <a:ext cx="3969782" cy="2850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Сейсмограммы, полученные в Fydesys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9902309" y="5529263"/>
            <a:ext cx="3969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690086"/>
            <a:ext cx="9257228" cy="605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Сейсмограммы, полученные в Fydesys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58309" y="1571982"/>
            <a:ext cx="13113782" cy="884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Эти сейсмограммы, полученные в Fydesys, предоставляют детальное представление о кинематике и динамике сейсмических волн. Можно наблюдать различные фазы волн, такие как прямые, отраженные и преломленные волны, что критически важно для интерпретации геологических границ и неоднородностей в подповерхностной модели.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2870359"/>
            <a:ext cx="8840867" cy="446186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16333" y="2828925"/>
            <a:ext cx="2263259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9724" y="510421"/>
            <a:ext cx="4885492" cy="610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Спектр Fydesys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9724" y="1399342"/>
            <a:ext cx="13330952" cy="890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На данном изображении представлен частотный спектр сейсмических данных, полученных в Fydesys. Анализ спектра позволяет оценить распределение энергии волн по различным частотам, что имеет решающее значение для изучения затухания, дисперсии и разрешающей способности сейсмического сигнала. Выделение доминирующих частот помогает определить характеристики среды.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24" y="2499003"/>
            <a:ext cx="10129480" cy="52229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152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73509" y="2709863"/>
            <a:ext cx="5798582" cy="21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Сейсмограммы, полученные в Tesserall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8073509" y="5172908"/>
            <a:ext cx="57985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02309" y="2353508"/>
            <a:ext cx="3969782" cy="2850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Сейсмограммы, полученные в Tesserall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9902309" y="5529263"/>
            <a:ext cx="3969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76116" y="395010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Спектр Tesserall</a:t>
            </a:r>
            <a:endParaRPr lang="en-US" sz="4450" dirty="0"/>
          </a:p>
        </p:txBody>
      </p:sp>
      <p:pic>
        <p:nvPicPr>
          <p:cNvPr id="6" name="Рисунок 5" descr="Изображение выглядит как График, снимок экран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7D37502-C799-A8DA-E3E5-932107162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16" y="1466009"/>
            <a:ext cx="13620346" cy="57567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778" y="646033"/>
            <a:ext cx="7198638" cy="426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Параметризация моделирования Tesserall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698778" y="1332309"/>
            <a:ext cx="13232844" cy="415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Параметризация является ключевым этапом в моделировании, определяющим точность и реалистичность результатов. В Tesserall модель строится с учетом различных физических свойств среды, что позволяет воспроизводить сложные сейсмические явления. Изображения демонстрируют элементы модели и входные данные, использованные для настройки симуляции.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0458" y="2039541"/>
            <a:ext cx="3070622" cy="132921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262" y="2039541"/>
            <a:ext cx="2405182" cy="2060019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97007" y="2039541"/>
            <a:ext cx="1961436" cy="1673662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0918" y="4537472"/>
            <a:ext cx="2697004" cy="2306241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1869" y="4537472"/>
            <a:ext cx="2685336" cy="2313146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58632" y="4537472"/>
            <a:ext cx="2218373" cy="1920002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698778" y="7259241"/>
            <a:ext cx="1986915" cy="207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endParaRPr lang="en-US" sz="1000" dirty="0"/>
          </a:p>
        </p:txBody>
      </p:sp>
      <p:sp>
        <p:nvSpPr>
          <p:cNvPr id="11" name="Text 3"/>
          <p:cNvSpPr/>
          <p:nvPr/>
        </p:nvSpPr>
        <p:spPr>
          <a:xfrm>
            <a:off x="3009781" y="7259241"/>
            <a:ext cx="10929461" cy="207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606623"/>
            <a:ext cx="9129832" cy="676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Процесс моделирования Tesserall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58309" y="1592342"/>
            <a:ext cx="13113782" cy="658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Этот слайд иллюстрирует последовательность шагов, задействованных в процессе сейсмического моделирования с использованием Tesserall. 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2482453"/>
            <a:ext cx="9480947" cy="51404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258</Words>
  <Application>Microsoft Office PowerPoint</Application>
  <PresentationFormat>Произвольный</PresentationFormat>
  <Paragraphs>23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Sora Semi Bold</vt:lpstr>
      <vt:lpstr>Arial</vt:lpstr>
      <vt:lpstr>Sora Light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Alex</dc:creator>
  <cp:lastModifiedBy>Alex</cp:lastModifiedBy>
  <cp:revision>2</cp:revision>
  <dcterms:created xsi:type="dcterms:W3CDTF">2025-12-22T10:23:57Z</dcterms:created>
  <dcterms:modified xsi:type="dcterms:W3CDTF">2025-12-22T10:26:32Z</dcterms:modified>
</cp:coreProperties>
</file>